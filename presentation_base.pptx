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261B-A10C-D3BE-AB0F-D817E00AE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22370-B955-35B2-A62B-E312C71CB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261E0-288C-1016-7AE4-2EEC0626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73B6-3797-EE36-5BA5-8F2F68590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71F3-D3E5-1965-9EAD-427A1DAA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9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90C6-EF41-6E6D-0ED0-E433D761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6B5B6-036B-0F6D-5B0E-194226A5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A089-B88D-5A53-C36B-1A7EE153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43806-2DC8-01E8-733A-59875433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D2AB4-AA83-214C-E8A9-8540798E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7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225D-A893-EC76-2426-E4437500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6F492-283F-1D2A-9609-77B66DB0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4EC72-1B1C-99AE-988B-BB264D2B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93685-99D4-7F21-3A43-EBD74C8C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C780F-200F-5D61-D832-60965491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7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623C-C461-87F0-B348-D378D95D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228F-131A-0BB8-C12E-CCDB5D945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8D0EF-B421-530F-482E-17BAAB668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01AC2-884F-9A71-054F-18FC5F99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3517-836B-259A-4C92-9F0FBA95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02C80-9E4F-02F0-DC58-04D1A222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2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A4D9-7BC7-5B5E-04A3-A485310A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66213-77F5-9D70-DD64-6795E0D4F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E446B-7C66-1F76-0D79-AF484CF9E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BA443-0D0F-99CC-88EF-1D00E0B66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62AE3-EDA2-DD7A-AF3D-2AF42BA07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8FFB3-064D-5E7D-B2D4-F07261C4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ED826-8701-A829-F6F9-3B445564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A6FB1-1095-196D-6037-4CA3F665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40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23D-2984-0E93-434E-E7B0D426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C4952-5EC4-F919-AEC4-86456458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5A001-D357-283C-2C8B-892C0019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31073-5BA7-15EA-0CDE-8126FE8C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1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5180C-42AA-DC5A-1720-22E95742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6D758-2D30-DC36-7120-5E183238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BD75D-33AE-39CB-7BFC-85822565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8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0745-B38E-E15C-0B9C-96F9E0CD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FEC0-33DC-E7E5-407D-E58A46DD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0D4D8-F770-9A93-8B50-1E643AF7F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4EEFA-4436-CA62-5066-737012E4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A4E04-3259-DC2A-35D3-D339A411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BB82D-1454-C5ED-A8D2-3BA8EBFC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4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2C3C-B119-941D-E1AC-E0AB759D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032E5-4295-3BDF-369D-C6B3D996B2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BF0F6-C760-38DA-D76C-2ABC7E562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0F5BE-76EB-F2CA-514F-1C6B0905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C5E4-A2BB-3A00-4410-BD74CF51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25E2B-DA0E-405A-B70F-4C6B8070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18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6894-BC00-C387-18B3-7597316F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4B627-C8EE-901A-3913-FF5F937DB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39C3-6D22-1F2A-B2DA-1C2ABB7C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86139-33CC-591A-464F-CCE0F799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99618-5E64-203D-9E87-E7149157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1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642E4-4E53-A069-106D-6917DAF6D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189DA-C6FB-3166-6698-2FE6AC7D1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0C0F-BDD4-CCB5-30D6-AC6638A8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4AA2C-7179-8AB7-080B-414914D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0A20-99A7-CAE9-24FD-6ECA87CE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6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E5403-5875-144B-1DFC-DD358D6D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B03AB-CC76-4CFD-7CAD-7350C763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B0B8-944F-E7B4-3E21-B82EA4852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F9FED-713B-185C-707D-5ECE52DEB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CBF01-EADA-AC7F-D38A-1DC6C2896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2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97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32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21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14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85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929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64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13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Nature Khantal</dc:creator>
  <cp:lastModifiedBy>Nature Khantal</cp:lastModifiedBy>
  <cp:revision>1</cp:revision>
  <dcterms:created xsi:type="dcterms:W3CDTF">2026-10-29T14:48:39Z</dcterms:created>
  <dcterms:modified xsi:type="dcterms:W3CDTF">2026-10-29T14:48:39Z</dcterms:modified>
</cp:coreProperties>
</file>